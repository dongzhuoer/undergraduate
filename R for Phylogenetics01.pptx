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83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97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2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26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48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5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5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34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35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91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20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4F436-75E1-4A3B-BDAD-B01B9118DC57}" type="datetimeFigureOut">
              <a:rPr lang="zh-CN" altLang="en-US" smtClean="0"/>
              <a:t>2016/11/20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49D3F-CE49-4FF7-901B-43A7ADE50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42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 for </a:t>
            </a:r>
            <a:r>
              <a:rPr lang="en-US" altLang="zh-CN" dirty="0" err="1"/>
              <a:t>Phylogenetics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 brief tutorial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624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zh-CN" sz="4000" dirty="0"/>
              <a:t>0.lecture</a:t>
            </a:r>
            <a:r>
              <a:rPr lang="zh-CN" altLang="en-US" sz="4000" dirty="0"/>
              <a:t>简介</a:t>
            </a:r>
            <a:endParaRPr lang="en-US" altLang="zh-CN" sz="4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4000" dirty="0"/>
              <a:t>1.R</a:t>
            </a:r>
            <a:r>
              <a:rPr lang="zh-CN" altLang="en-US" sz="4000" dirty="0"/>
              <a:t>语言简介与系统发育应用</a:t>
            </a:r>
            <a:endParaRPr lang="en-US" altLang="zh-CN" sz="4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4000" dirty="0"/>
              <a:t>2.</a:t>
            </a:r>
            <a:r>
              <a:rPr lang="zh-CN" altLang="en-US" sz="4000" dirty="0"/>
              <a:t> </a:t>
            </a:r>
            <a:r>
              <a:rPr lang="en-US" altLang="zh-CN" sz="4000" dirty="0"/>
              <a:t>R</a:t>
            </a:r>
            <a:r>
              <a:rPr lang="zh-CN" altLang="en-US" sz="4000" dirty="0"/>
              <a:t>与</a:t>
            </a:r>
            <a:r>
              <a:rPr lang="en-US" altLang="zh-CN" sz="4000" dirty="0" err="1"/>
              <a:t>Rstudio</a:t>
            </a:r>
            <a:r>
              <a:rPr lang="zh-CN" altLang="en-US" sz="4000" dirty="0"/>
              <a:t>，</a:t>
            </a:r>
            <a:r>
              <a:rPr lang="en-US" altLang="zh-CN" sz="4000" dirty="0" err="1"/>
              <a:t>Rtools</a:t>
            </a:r>
            <a:r>
              <a:rPr lang="en-US" altLang="zh-CN" sz="4000" dirty="0"/>
              <a:t>(optional),JDK(optional)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4000" dirty="0"/>
              <a:t>3.R package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4000" dirty="0"/>
              <a:t>4.</a:t>
            </a:r>
            <a:r>
              <a:rPr lang="zh-CN" altLang="en-US" sz="4000" dirty="0"/>
              <a:t>展望</a:t>
            </a:r>
          </a:p>
        </p:txBody>
      </p:sp>
    </p:spTree>
    <p:extLst>
      <p:ext uri="{BB962C8B-B14F-4D97-AF65-F5344CB8AC3E}">
        <p14:creationId xmlns:p14="http://schemas.microsoft.com/office/powerpoint/2010/main" val="397656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2670" y="273180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0.lecture</a:t>
            </a:r>
            <a:r>
              <a:rPr lang="zh-CN" altLang="en-US" dirty="0"/>
              <a:t>简介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177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终极目标：学会使用</a:t>
            </a:r>
            <a:r>
              <a:rPr lang="en-US" altLang="zh-CN" dirty="0"/>
              <a:t>R</a:t>
            </a:r>
            <a:r>
              <a:rPr lang="zh-CN" altLang="en-US" dirty="0"/>
              <a:t>包</a:t>
            </a:r>
            <a:endParaRPr lang="en-US" altLang="zh-CN" dirty="0"/>
          </a:p>
          <a:p>
            <a:r>
              <a:rPr lang="en-US" altLang="zh-CN" dirty="0"/>
              <a:t>Lecture</a:t>
            </a:r>
            <a:r>
              <a:rPr lang="zh-CN" altLang="en-US" dirty="0"/>
              <a:t>理念：讲清原理，理解才能掌握；抓住重点，不需要记的千万不要记。</a:t>
            </a:r>
          </a:p>
        </p:txBody>
      </p:sp>
    </p:spTree>
    <p:extLst>
      <p:ext uri="{BB962C8B-B14F-4D97-AF65-F5344CB8AC3E}">
        <p14:creationId xmlns:p14="http://schemas.microsoft.com/office/powerpoint/2010/main" val="226921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2670" y="273180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1.R</a:t>
            </a:r>
            <a:r>
              <a:rPr lang="zh-CN" altLang="en-US" dirty="0"/>
              <a:t>语言简介与系统发育应用</a:t>
            </a:r>
          </a:p>
        </p:txBody>
      </p:sp>
    </p:spTree>
    <p:extLst>
      <p:ext uri="{BB962C8B-B14F-4D97-AF65-F5344CB8AC3E}">
        <p14:creationId xmlns:p14="http://schemas.microsoft.com/office/powerpoint/2010/main" val="136555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2353" y="2731808"/>
            <a:ext cx="10815917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2. R</a:t>
            </a:r>
            <a:r>
              <a:rPr lang="zh-CN" altLang="en-US" dirty="0"/>
              <a:t>与</a:t>
            </a:r>
            <a:r>
              <a:rPr lang="en-US" altLang="zh-CN" dirty="0" err="1"/>
              <a:t>Rstudio</a:t>
            </a:r>
            <a:r>
              <a:rPr lang="zh-CN" altLang="en-US" dirty="0"/>
              <a:t>，</a:t>
            </a:r>
            <a:r>
              <a:rPr lang="en-US" altLang="zh-CN" dirty="0" err="1"/>
              <a:t>Rtools</a:t>
            </a:r>
            <a:r>
              <a:rPr lang="en-US" altLang="zh-CN" dirty="0"/>
              <a:t>(optional),JDK(optional)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407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7176" y="1825625"/>
            <a:ext cx="10636624" cy="4351338"/>
          </a:xfrm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R</a:t>
            </a:r>
            <a:r>
              <a:rPr lang="zh-CN" altLang="en-US" dirty="0">
                <a:solidFill>
                  <a:srgbClr val="0070C0"/>
                </a:solidFill>
              </a:rPr>
              <a:t>语言</a:t>
            </a:r>
            <a:r>
              <a:rPr lang="zh-CN" altLang="en-US" dirty="0"/>
              <a:t>是核心，也是基石，但太过简陋，如同</a:t>
            </a:r>
            <a:r>
              <a:rPr lang="en-US" altLang="zh-CN" dirty="0" err="1"/>
              <a:t>linux</a:t>
            </a:r>
            <a:r>
              <a:rPr lang="zh-CN" altLang="en-US" dirty="0"/>
              <a:t>系统一样，苦逼的命令行操作。</a:t>
            </a:r>
            <a:endParaRPr lang="en-US" altLang="zh-CN" dirty="0"/>
          </a:p>
          <a:p>
            <a:r>
              <a:rPr lang="en-US" altLang="zh-CN" dirty="0" err="1">
                <a:solidFill>
                  <a:srgbClr val="0070C0"/>
                </a:solidFill>
              </a:rPr>
              <a:t>Rstudio</a:t>
            </a:r>
            <a:r>
              <a:rPr lang="zh-CN" altLang="en-US" dirty="0"/>
              <a:t>是功能超强大的免费</a:t>
            </a:r>
            <a:r>
              <a:rPr lang="en-US" altLang="zh-CN" dirty="0"/>
              <a:t>R IDE</a:t>
            </a:r>
            <a:r>
              <a:rPr lang="zh-CN" altLang="en-US" dirty="0"/>
              <a:t>，让</a:t>
            </a:r>
            <a:r>
              <a:rPr lang="en-US" altLang="zh-CN" dirty="0"/>
              <a:t>R</a:t>
            </a:r>
            <a:r>
              <a:rPr lang="zh-CN" altLang="en-US" dirty="0"/>
              <a:t>语言编程更舒心。</a:t>
            </a:r>
            <a:endParaRPr lang="en-US" altLang="zh-CN" dirty="0"/>
          </a:p>
          <a:p>
            <a:r>
              <a:rPr lang="zh-CN" altLang="en-US" dirty="0"/>
              <a:t>二者就如同</a:t>
            </a:r>
            <a:r>
              <a:rPr lang="en-US" altLang="zh-CN" dirty="0" err="1"/>
              <a:t>linux</a:t>
            </a:r>
            <a:r>
              <a:rPr lang="zh-CN" altLang="en-US" dirty="0"/>
              <a:t>系统与</a:t>
            </a:r>
            <a:r>
              <a:rPr lang="en-US" altLang="zh-CN" dirty="0"/>
              <a:t>Windows</a:t>
            </a:r>
            <a:r>
              <a:rPr lang="zh-CN" altLang="en-US" dirty="0"/>
              <a:t>系统一般。</a:t>
            </a:r>
            <a:endParaRPr lang="en-US" altLang="zh-CN" dirty="0"/>
          </a:p>
          <a:p>
            <a:r>
              <a:rPr lang="en-US" altLang="zh-CN" dirty="0" err="1">
                <a:solidFill>
                  <a:srgbClr val="0070C0"/>
                </a:solidFill>
              </a:rPr>
              <a:t>Rtools</a:t>
            </a:r>
            <a:r>
              <a:rPr lang="zh-CN" altLang="en-US" dirty="0"/>
              <a:t>是</a:t>
            </a:r>
            <a:r>
              <a:rPr lang="en-US" altLang="zh-CN" dirty="0"/>
              <a:t>supplementary</a:t>
            </a:r>
            <a:r>
              <a:rPr lang="zh-CN" altLang="en-US" dirty="0"/>
              <a:t>，用于制作</a:t>
            </a:r>
            <a:r>
              <a:rPr lang="en-US" altLang="zh-CN" dirty="0"/>
              <a:t>R</a:t>
            </a:r>
            <a:r>
              <a:rPr lang="zh-CN" altLang="en-US" dirty="0"/>
              <a:t>包，安装</a:t>
            </a:r>
            <a:r>
              <a:rPr lang="en-US" altLang="zh-CN" dirty="0" err="1"/>
              <a:t>binaryR</a:t>
            </a:r>
            <a:r>
              <a:rPr lang="zh-CN" altLang="en-US" dirty="0"/>
              <a:t>包，编译</a:t>
            </a:r>
            <a:r>
              <a:rPr lang="en-US" altLang="zh-CN" dirty="0"/>
              <a:t>R</a:t>
            </a:r>
            <a:r>
              <a:rPr lang="zh-CN" altLang="en-US" dirty="0"/>
              <a:t>等。</a:t>
            </a:r>
            <a:endParaRPr lang="en-US" altLang="zh-CN" dirty="0"/>
          </a:p>
          <a:p>
            <a:r>
              <a:rPr lang="zh-CN" altLang="en-US" dirty="0"/>
              <a:t>某些</a:t>
            </a:r>
            <a:r>
              <a:rPr lang="en-US" altLang="zh-CN" dirty="0"/>
              <a:t>R</a:t>
            </a:r>
            <a:r>
              <a:rPr lang="zh-CN" altLang="en-US" dirty="0"/>
              <a:t>包的功能依赖于</a:t>
            </a:r>
            <a:r>
              <a:rPr lang="en-US" altLang="zh-CN" dirty="0"/>
              <a:t>Java</a:t>
            </a:r>
            <a:r>
              <a:rPr lang="zh-CN" altLang="en-US" dirty="0"/>
              <a:t>，所以需要</a:t>
            </a:r>
            <a:r>
              <a:rPr lang="en-US" altLang="zh-CN" dirty="0">
                <a:solidFill>
                  <a:srgbClr val="0070C0"/>
                </a:solidFill>
              </a:rPr>
              <a:t>JDK</a:t>
            </a:r>
            <a:r>
              <a:rPr lang="zh-CN" altLang="en-US" dirty="0"/>
              <a:t>。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binary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64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zh-CN" altLang="en-US" dirty="0"/>
              <a:t>语言不要装在</a:t>
            </a:r>
            <a:r>
              <a:rPr lang="en-US" altLang="zh-CN" dirty="0"/>
              <a:t>C</a:t>
            </a:r>
            <a:r>
              <a:rPr lang="zh-CN" altLang="en-US" dirty="0"/>
              <a:t>盘，个人习惯</a:t>
            </a:r>
            <a:r>
              <a:rPr lang="en-US" altLang="zh-CN" dirty="0"/>
              <a:t>W:/program/R-3.3.2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 err="1"/>
              <a:t>Rstudio</a:t>
            </a:r>
            <a:r>
              <a:rPr lang="zh-CN" altLang="en-US" dirty="0"/>
              <a:t>默认就好，安装</a:t>
            </a:r>
            <a:r>
              <a:rPr lang="en-US" altLang="zh-CN" dirty="0"/>
              <a:t>R</a:t>
            </a:r>
            <a:r>
              <a:rPr lang="zh-CN" altLang="en-US" dirty="0"/>
              <a:t>包时用</a:t>
            </a:r>
            <a:r>
              <a:rPr lang="en-US" altLang="zh-CN" dirty="0" err="1"/>
              <a:t>Rstudio</a:t>
            </a:r>
            <a:r>
              <a:rPr lang="zh-CN" altLang="en-US" dirty="0"/>
              <a:t>安装，不要用</a:t>
            </a:r>
            <a:r>
              <a:rPr lang="en-US" altLang="zh-CN" dirty="0"/>
              <a:t>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/>
              <a:t>用户名（个人文件夹）绝对不允许中文。</a:t>
            </a:r>
            <a:endParaRPr lang="en-US" altLang="zh-CN" dirty="0"/>
          </a:p>
          <a:p>
            <a:r>
              <a:rPr lang="en-US" altLang="zh-CN" dirty="0" err="1"/>
              <a:t>Rtools</a:t>
            </a:r>
            <a:r>
              <a:rPr lang="zh-CN" altLang="en-US" dirty="0"/>
              <a:t>默认（</a:t>
            </a:r>
            <a:r>
              <a:rPr lang="en-US" altLang="zh-CN" dirty="0"/>
              <a:t>C:/Rtools,</a:t>
            </a:r>
            <a:r>
              <a:rPr lang="zh-CN" altLang="en-US" dirty="0"/>
              <a:t>以便</a:t>
            </a:r>
            <a:r>
              <a:rPr lang="en-US" altLang="zh-CN" dirty="0"/>
              <a:t>install binary R</a:t>
            </a:r>
            <a:r>
              <a:rPr lang="zh-CN" altLang="en-US" dirty="0"/>
              <a:t>包）</a:t>
            </a:r>
            <a:endParaRPr lang="en-US" altLang="zh-CN" dirty="0"/>
          </a:p>
          <a:p>
            <a:r>
              <a:rPr lang="en-US" altLang="zh-CN" dirty="0"/>
              <a:t>JDK</a:t>
            </a:r>
            <a:r>
              <a:rPr lang="zh-CN" altLang="en-US" dirty="0"/>
              <a:t>完全默认就行。</a:t>
            </a:r>
          </a:p>
        </p:txBody>
      </p:sp>
    </p:spTree>
    <p:extLst>
      <p:ext uri="{BB962C8B-B14F-4D97-AF65-F5344CB8AC3E}">
        <p14:creationId xmlns:p14="http://schemas.microsoft.com/office/powerpoint/2010/main" val="203995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Rstudio</a:t>
            </a:r>
            <a:r>
              <a:rPr lang="zh-CN" altLang="en-US" dirty="0"/>
              <a:t>配置，主要是改镜像。</a:t>
            </a:r>
            <a:endParaRPr lang="en-US" altLang="zh-CN" dirty="0"/>
          </a:p>
          <a:p>
            <a:r>
              <a:rPr lang="zh-CN" altLang="en-US" dirty="0"/>
              <a:t>检查</a:t>
            </a:r>
            <a:r>
              <a:rPr lang="en-US" altLang="zh-CN" dirty="0" err="1"/>
              <a:t>Rtools</a:t>
            </a:r>
            <a:r>
              <a:rPr lang="zh-CN" altLang="en-US" dirty="0"/>
              <a:t>，制作</a:t>
            </a:r>
            <a:r>
              <a:rPr lang="en-US" altLang="zh-CN" dirty="0"/>
              <a:t>R</a:t>
            </a:r>
            <a:r>
              <a:rPr lang="zh-CN" altLang="en-US" dirty="0"/>
              <a:t>包，</a:t>
            </a:r>
            <a:r>
              <a:rPr lang="en-US" altLang="zh-CN" dirty="0"/>
              <a:t>install binary R</a:t>
            </a:r>
            <a:r>
              <a:rPr lang="zh-CN" altLang="en-US" dirty="0"/>
              <a:t>包。</a:t>
            </a:r>
            <a:endParaRPr lang="en-US" altLang="zh-CN" dirty="0"/>
          </a:p>
          <a:p>
            <a:r>
              <a:rPr lang="zh-CN" altLang="en-US" dirty="0"/>
              <a:t>检查</a:t>
            </a:r>
            <a:r>
              <a:rPr lang="en-US" altLang="zh-CN" dirty="0"/>
              <a:t>JDK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493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2670" y="273180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3.R package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6160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zh-CN" altLang="en-US" dirty="0"/>
              <a:t>包才是最重要的。</a:t>
            </a:r>
            <a:endParaRPr lang="en-US" altLang="zh-CN" dirty="0"/>
          </a:p>
          <a:p>
            <a:r>
              <a:rPr lang="en-US" altLang="zh-CN" dirty="0"/>
              <a:t>R</a:t>
            </a:r>
            <a:r>
              <a:rPr lang="zh-CN" altLang="en-US" dirty="0"/>
              <a:t>包简介，安装，使用</a:t>
            </a:r>
            <a:endParaRPr lang="en-US" altLang="zh-CN" dirty="0"/>
          </a:p>
          <a:p>
            <a:r>
              <a:rPr lang="en-US" altLang="zh-CN" dirty="0" err="1"/>
              <a:t>bioconductor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4302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2670" y="273180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4.</a:t>
            </a:r>
            <a:r>
              <a:rPr lang="zh-CN" altLang="en-US" dirty="0"/>
              <a:t>展望</a:t>
            </a:r>
          </a:p>
        </p:txBody>
      </p:sp>
    </p:spTree>
    <p:extLst>
      <p:ext uri="{BB962C8B-B14F-4D97-AF65-F5344CB8AC3E}">
        <p14:creationId xmlns:p14="http://schemas.microsoft.com/office/powerpoint/2010/main" val="3266146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zh-CN" altLang="en-US" dirty="0"/>
              <a:t>语言基本知识。</a:t>
            </a:r>
            <a:endParaRPr lang="en-US" altLang="zh-CN" dirty="0"/>
          </a:p>
          <a:p>
            <a:r>
              <a:rPr lang="zh-CN" altLang="en-US" dirty="0"/>
              <a:t>能看懂</a:t>
            </a:r>
            <a:r>
              <a:rPr lang="en-US" altLang="zh-CN" dirty="0"/>
              <a:t>R</a:t>
            </a:r>
            <a:r>
              <a:rPr lang="zh-CN" altLang="en-US" dirty="0"/>
              <a:t>包的帮助文档。</a:t>
            </a:r>
            <a:endParaRPr lang="en-US" altLang="zh-CN" dirty="0"/>
          </a:p>
          <a:p>
            <a:r>
              <a:rPr lang="zh-CN" altLang="en-US" dirty="0"/>
              <a:t>扩展已有功能（</a:t>
            </a:r>
            <a:r>
              <a:rPr lang="en-US" altLang="zh-CN" dirty="0"/>
              <a:t>optional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9278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316</Words>
  <Application>Microsoft Office PowerPoint</Application>
  <PresentationFormat>宽屏</PresentationFormat>
  <Paragraphs>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Arial</vt:lpstr>
      <vt:lpstr>Lucida Console</vt:lpstr>
      <vt:lpstr>Wingdings</vt:lpstr>
      <vt:lpstr>Office 主题​​</vt:lpstr>
      <vt:lpstr>R for Phylogenetics</vt:lpstr>
      <vt:lpstr>content</vt:lpstr>
      <vt:lpstr>0.lecture简介</vt:lpstr>
      <vt:lpstr>PowerPoint 演示文稿</vt:lpstr>
      <vt:lpstr>1.R语言简介与系统发育应用</vt:lpstr>
      <vt:lpstr>2. R与Rstudio，Rtools(optional),JDK(optional)</vt:lpstr>
      <vt:lpstr>（1）简介</vt:lpstr>
      <vt:lpstr>（2）安装</vt:lpstr>
      <vt:lpstr>（3）配置</vt:lpstr>
      <vt:lpstr>3.R package</vt:lpstr>
      <vt:lpstr>PowerPoint 演示文稿</vt:lpstr>
      <vt:lpstr>4.展望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for Phylogenetics</dc:title>
  <dc:creator>Allan Hilbert</dc:creator>
  <cp:lastModifiedBy>Allan Hilbert</cp:lastModifiedBy>
  <cp:revision>5</cp:revision>
  <dcterms:created xsi:type="dcterms:W3CDTF">2016-11-20T01:23:35Z</dcterms:created>
  <dcterms:modified xsi:type="dcterms:W3CDTF">2016-11-20T02:01:12Z</dcterms:modified>
</cp:coreProperties>
</file>